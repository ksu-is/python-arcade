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CA46-1458-BC7D-A078-48E9F5096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0DC7F-F14C-FB9F-FD09-BD3E57CA5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7A57D-AE73-CA77-5BF6-0C3D9EE1E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8F22B-0645-9626-782E-7FBE4273B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88AEC-D1CD-E2EB-FBBD-FC7D9131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4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AEA5-3543-7697-D258-2BBA230F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7A05-3FFE-1B07-441D-F2A7423AE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7DB0A-6599-A7FE-4A91-DFF435B6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5EA35-5BD7-DDC3-ED06-FD0F1FEE9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E8936-A2A2-7C68-7E8C-BE3013F8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0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E714-07BB-0E88-2B11-30457111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5DE19-F895-F4B9-16E9-0C3B2BDEF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471C7-9FD6-88E3-341E-6E295873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102FC-2C0D-CA0B-1038-F5C3EDB49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748B2-44A7-7F7B-1E00-59D4A140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E4D98-6F5C-43AB-ACA1-EB6D27C9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996A9-0A46-1421-32AE-7B26D7EF6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EB691-174E-2FE9-AA59-89E0F9A3E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90AF-4931-2141-1082-D2B59749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1E218-0398-F98B-62FB-33750215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BE6AD-4A10-1377-D2F7-23233A53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8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D22B-5B89-BA37-5C29-B9534505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989D9-4C22-FF37-A9A3-8BD87ABBE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0B79B-685C-40DA-D04B-2BD993520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DE4AE-140D-E7B6-3471-7AA5EF79D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F7DAA-B550-2696-4A50-A3488FB9A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7E14B-9F64-D273-9FF6-27E8EE7E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ABF08-C1D2-E0B3-309F-35A5F12A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E28344-30F7-19FE-94AE-75961619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0E1DE-4E40-5586-6C0B-99AFE87C6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0AD93-B8E8-CF3A-5023-6B259C72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8A992-B935-BE1E-687B-0F9666F9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AC9B5-9AB5-CD25-F452-292F6322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6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84A0A-76EB-C6BD-F0FE-AEB5F6B9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A2F3A-0EC5-5019-F392-695768B48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8714A-FF52-D1C8-F644-ABA0A2A9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4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8084-E247-FBAB-E311-21FC01CA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0D9D1-07FE-C341-AEDF-77C3757A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A4152-134B-C53D-D021-30096F11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A06B6-04DE-6776-35C2-AC96E65E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E3AA1-C8F8-E58D-442C-3ECA1CFB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DE741-2EF3-E8DB-6E27-3CF9C3CC3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4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7339-7DB7-415C-DED3-BF23D1EC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2AB91D-06B8-830F-91BA-A3549A388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2BB67-9841-EBB4-0440-D2477F458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AC067-0552-4F31-5051-480FC65D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0078E-5FA7-D92C-DAE9-B6C840762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70BD1-BEDA-3B42-B6B6-9C00D5D5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09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7C32-3C86-5844-7429-C38E70A4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34FD4-B3F3-AA08-B892-878C50119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D3C3C-64D4-126C-2DD6-7F5CBEC79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FBE09-06DB-0008-D90F-9680B36D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DA79C-E3EE-8F54-C089-78FA640D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2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32E2E-F972-1216-A60E-6AE5AA58D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A1DB4-457C-E539-6377-1EA5D4ECF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3F53-68B3-DAB1-2E52-5C2A9134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4533-72D0-57B4-3556-48C58D14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7B38A-C1AA-2A28-3C29-43497BEB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6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E99E29-4C3F-4C81-7A01-849DF9B8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36D8D-3E96-D03B-AF14-A678CB6B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FE434-AD63-1195-C6DB-DFE6E384F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16CA7-7075-48FD-AF3C-D5B07DA5205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5327E-A614-90F3-9AAE-3A35ECC8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1A13B-A6D1-B127-434A-1EA7DDB0A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6F8C9-A0F7-489D-B505-D71B91D7F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6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F7D013-2683-756D-353F-B5E197D4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  <a:latin typeface="Georgia" panose="02040502050405020303" pitchFamily="18" charset="0"/>
              </a:rPr>
              <a:t>Python Arcade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EE245-C7CE-DCE4-67EE-085948B49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198" y="2730074"/>
            <a:ext cx="5709721" cy="24308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The Python Arcade is a central hub for games of all kinds, including hangman, blackjack, rock paper scissors, number guessers, and a text-based adventure game! Some of the games come with visuals to enhance the user experience. The code behind each game is simple, easy to understand, and robust.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D8DAC0-34F6-FEBD-1959-02AE87640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290" y="2638273"/>
            <a:ext cx="5379572" cy="380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2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Georgia</vt:lpstr>
      <vt:lpstr>Office Theme</vt:lpstr>
      <vt:lpstr>Python Arcade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Graham</dc:creator>
  <cp:lastModifiedBy>Joe Graham</cp:lastModifiedBy>
  <cp:revision>1</cp:revision>
  <dcterms:created xsi:type="dcterms:W3CDTF">2025-11-30T23:46:59Z</dcterms:created>
  <dcterms:modified xsi:type="dcterms:W3CDTF">2025-11-30T23:57:06Z</dcterms:modified>
</cp:coreProperties>
</file>